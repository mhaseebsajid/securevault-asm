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589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457200"/>
            <a:ext cx="2011680" cy="2011680"/>
          </a:xfrm>
          <a:prstGeom prst="ellipse">
            <a:avLst/>
          </a:prstGeom>
          <a:solidFill>
            <a:srgbClr val="132040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5486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SecureVault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743200" y="13716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in x86 Assembly Language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0" y="2011680"/>
            <a:ext cx="5943600" cy="3657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2560320"/>
            <a:ext cx="2651760" cy="77724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Subject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COAL Lab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2560320"/>
            <a:ext cx="2651760" cy="77724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8328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Semester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8328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IV  |  Fall 2024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2560320"/>
            <a:ext cx="2651760" cy="77724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0936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Institute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0936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NASTP – IIT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3520440"/>
            <a:ext cx="8412480" cy="132588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35844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Submitted By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Haseeb Sajid (F2024CY018) 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Submitted To: Ma'am Sibgha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secure Password Manager using x86 Assembly Language with the Irvine32 library, demonstrating low-level programming in real-world application development.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4114800" cy="82296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7647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🔐  Store Passwords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0756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Securely store website credentials in memory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697480"/>
            <a:ext cx="4114800" cy="82296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2770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🔍  Search Credentials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Search saved passwords by website name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703320"/>
            <a:ext cx="4114800" cy="82296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37764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🔒  Encrypt &amp; Decrypt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4087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Encrypt/decrypt text using XOR &amp; Caesar cipher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4114800" cy="82296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64608" y="17647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⚡  Generate Passwords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20756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Generate strong random passwords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697480"/>
            <a:ext cx="4114800" cy="82296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27706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🛡️  Master PIN Auth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Restrict access with PIN-based authentication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4D8"/>
                </a:solidFill>
              </a:rPr>
              <a:t>🛠️  Tools &amp; Technologies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412480" cy="91440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645920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875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MASM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Microsoft Macro Assembler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105156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Main assembler used to compile x86 Assembly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8412480" cy="91440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1645920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0391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Irvine32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" y="2377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Library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210312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Provides I/O procedures like ReadString, WriteString, ReadChar for user interaction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8412480" cy="91440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1645920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090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x86 ASM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" y="3429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Assembly Language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31546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Low-level language communicating directly with processor for fast execution &amp; hardware control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8412480" cy="91440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1645920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1422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Visual Studio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0040" y="4480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IDE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420624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Development environment used for coding, building, and debugging the project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4D8"/>
                </a:solidFill>
              </a:rPr>
              <a:t>🔐  Encryption Techniques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4206240"/>
          </a:xfrm>
          <a:prstGeom prst="rect">
            <a:avLst/>
          </a:prstGeom>
          <a:solidFill>
            <a:srgbClr val="132040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XOR Encryption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Type: </a:t>
            </a:r>
            <a:r>
              <a:rPr lang="en-US" sz="1200" dirty="0">
                <a:solidFill>
                  <a:srgbClr val="E8F4FD"/>
                </a:solidFill>
              </a:rPr>
              <a:t>Symmetric Encryption
</a:t>
            </a:r>
            <a:r>
              <a:rPr lang="en-US" sz="1200" b="1" dirty="0">
                <a:solidFill>
                  <a:srgbClr val="00B4D8"/>
                </a:solidFill>
              </a:rPr>
              <a:t>Key: </a:t>
            </a:r>
            <a:r>
              <a:rPr lang="en-US" sz="1200" dirty="0">
                <a:solidFill>
                  <a:srgbClr val="E8F4FD"/>
                </a:solidFill>
              </a:rPr>
              <a:t>0xABh
</a:t>
            </a:r>
            <a:r>
              <a:rPr lang="en-US" sz="1200" b="1" dirty="0">
                <a:solidFill>
                  <a:srgbClr val="06D6A0"/>
                </a:solidFill>
              </a:rPr>
              <a:t>Formula: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Encrypted = Char  XOR  Key
</a:t>
            </a:r>
            <a:r>
              <a:rPr lang="en-US" sz="1200" b="1" dirty="0">
                <a:solidFill>
                  <a:srgbClr val="06D6A0"/>
                </a:solidFill>
              </a:rPr>
              <a:t>Advantages:
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✔  Fast execution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1363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✔  Easy in Assembly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4838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✔  Reversible with same operation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4114800" cy="4206240"/>
          </a:xfrm>
          <a:prstGeom prst="rect">
            <a:avLst/>
          </a:prstGeom>
          <a:solidFill>
            <a:srgbClr val="132040"/>
          </a:solidFill>
          <a:ln w="254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114800" cy="45720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8046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Caesar Cipher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3258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2585"/>
                </a:solidFill>
              </a:rPr>
              <a:t>Type: </a:t>
            </a:r>
            <a:r>
              <a:rPr lang="en-US" sz="1200" dirty="0">
                <a:solidFill>
                  <a:srgbClr val="E8F4FD"/>
                </a:solidFill>
              </a:rPr>
              <a:t>Substitution Cipher
</a:t>
            </a:r>
            <a:r>
              <a:rPr lang="en-US" sz="1200" b="1" dirty="0">
                <a:solidFill>
                  <a:srgbClr val="F72585"/>
                </a:solidFill>
              </a:rPr>
              <a:t>Shift Value: </a:t>
            </a:r>
            <a:r>
              <a:rPr lang="en-US" sz="1200" dirty="0">
                <a:solidFill>
                  <a:srgbClr val="E8F4FD"/>
                </a:solidFill>
              </a:rPr>
              <a:t>3
</a:t>
            </a:r>
            <a:r>
              <a:rPr lang="en-US" sz="1200" b="1" dirty="0">
                <a:solidFill>
                  <a:srgbClr val="06D6A0"/>
                </a:solidFill>
              </a:rPr>
              <a:t>Encrypt: </a:t>
            </a:r>
            <a:r>
              <a:rPr lang="en-US" sz="1200" dirty="0">
                <a:solidFill>
                  <a:srgbClr val="FFFFFF"/>
                </a:solidFill>
              </a:rPr>
              <a:t>Char + 3
</a:t>
            </a:r>
            <a:r>
              <a:rPr lang="en-US" sz="1200" b="1" dirty="0">
                <a:solidFill>
                  <a:srgbClr val="06D6A0"/>
                </a:solidFill>
              </a:rPr>
              <a:t>Decrypt: </a:t>
            </a:r>
            <a:r>
              <a:rPr lang="en-US" sz="1200" dirty="0">
                <a:solidFill>
                  <a:srgbClr val="FFFFFF"/>
                </a:solidFill>
              </a:rPr>
              <a:t>Char - 3
</a:t>
            </a:r>
            <a:r>
              <a:rPr lang="en-US" sz="1200" b="1" dirty="0">
                <a:solidFill>
                  <a:srgbClr val="F72585"/>
                </a:solidFill>
              </a:rPr>
              <a:t>Example:
</a:t>
            </a:r>
            <a:r>
              <a:rPr lang="en-US" sz="1200" dirty="0">
                <a:solidFill>
                  <a:srgbClr val="E8F4FD"/>
                </a:solidFill>
              </a:rPr>
              <a:t>A → D    B → E    Z → 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3566160"/>
            <a:ext cx="3977640" cy="1280160"/>
          </a:xfrm>
          <a:prstGeom prst="rect">
            <a:avLst/>
          </a:prstGeom>
          <a:solidFill>
            <a:srgbClr val="1A0A2E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3611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2585"/>
                </a:solidFill>
              </a:rPr>
              <a:t>Double Encryption Used in Project: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91363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Password → XOR Encrypt → Caesar Encrypt → Stored in Memory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</a:rPr>
              <a:t>⚙️  Program Structure &amp; Key Concepts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92024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77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Procedures (Modular Design)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AddPassword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4904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ViewPasswords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7007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SearchPassword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9110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EncryptMenu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GeneratePassword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3317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XorCrypt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5420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CaesarEncrypt / CaesarDecrypt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822960"/>
            <a:ext cx="4114800" cy="192024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877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Arrays &amp; Memory Handling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websites[ ] array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14904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usernames[ ] array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17007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passwords[ ] array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19110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Fixed FIELD_LEN per entry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121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Direct memory addressing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4114800" cy="192024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980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Stack Operations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3832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PUSH / POP for registers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35935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PUSHA / POPA in procedures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38039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Preserves register state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40142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Enables modular procedure calls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4114800" cy="192024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2926080"/>
            <a:ext cx="4114800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980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Checksum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3832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Adds ASCII values of chars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35935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Detects data corruption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38039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Ensures data integrity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92040" y="40142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▸  Computed per password entry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4D8"/>
                </a:solidFill>
              </a:rPr>
              <a:t>📋  System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18872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64008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914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Master PIN Authentication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26187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Hidden PIN input (*), attempt counter, vault lockout after multiple failures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14800" cy="118872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64008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04688" y="914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Add Password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04688" y="126187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Enter website, username &amp; password — auto XOR+Caesar encrypted then stored in arrays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4114800" cy="118872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240280"/>
            <a:ext cx="64008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62432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4128" y="23317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View All Passwords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6791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Retrieve passwords from array, temporarily decrypt, and display all credentials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114800" cy="118872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240280"/>
            <a:ext cx="64008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262432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4688" y="23317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Search by Website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04688" y="26791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String comparison using StrCompare, displays matching credentials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64008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04164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" y="37490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Encrypt / Decrypt Text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409651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Manual encrypt or decrypt any text using XOR or Caesar cipher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14800" cy="118872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64008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404164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04688" y="37490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Strong Password Generator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04688" y="409651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Random password using uppercase, lowercase, digits, symbols via Randomize &amp; RandomRange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</a:rPr>
              <a:t>💻  Screenshot: Main Menu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548640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777240"/>
            <a:ext cx="2926080" cy="265176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35040" y="841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Main Menu Options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80760" y="1234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1. Add New Password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5636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2. View All Passwords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1892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3. Search by Website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2221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4. Encrypt / Decrypt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80760" y="25511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5. Generate Password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0760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6. Exit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35204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PIN Authentication Screen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822192"/>
            <a:ext cx="5486400" cy="10058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943600" y="3520440"/>
            <a:ext cx="2926080" cy="1463040"/>
          </a:xfrm>
          <a:prstGeom prst="rect">
            <a:avLst/>
          </a:prstGeom>
          <a:solidFill>
            <a:srgbClr val="13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03504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PIN Features: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080760" y="39502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✔  Hidden input (***)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080760" y="42428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✔  Attempt counter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80760" y="453542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✔  Vault locks on failure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</a:rPr>
              <a:t>💻  Screenshot: Add &amp; View Passwords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Add Password — Output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78992"/>
            <a:ext cx="841248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944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User enters website, username, and password — stored with hidden input. Confirmation shown on save.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33375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View All Passwords — Output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639312"/>
            <a:ext cx="8412480" cy="12344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</a:rPr>
              <a:t>💻  Screenshot: Search &amp; Encryption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Search Feature — Output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78992"/>
            <a:ext cx="411480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String comparison via StrCompare — shows matching website credentials.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54880" y="777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2585"/>
                </a:solidFill>
              </a:rPr>
              <a:t>Encryption — Output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078992"/>
            <a:ext cx="4114800" cy="1920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2606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2585"/>
                </a:solidFill>
              </a:rPr>
              <a:t>Decryption — Output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4320" y="2907792"/>
            <a:ext cx="4114800" cy="19202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54880" y="3063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Password Generator — Output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54880" y="3364992"/>
            <a:ext cx="4114800" cy="1463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4D8"/>
                </a:solidFill>
              </a:rPr>
              <a:t>✅  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</a:rPr>
              <a:t>SecureVault successfully demonstrates the practical implementation of Assembly Language concepts through a real-world cybersecurity application.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COAL Concepts Covered: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901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✔  Character I/O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901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✔  Arrays &amp; Strings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✔  Procedures &amp; Modular Design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✔  Loops &amp; Conditional Execution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670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✔  Stack Operations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670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✔  XOR &amp; Caesar Encryption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0540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✔  Memory Management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30540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✔  PIN-Based Authentication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743200" cy="3474720"/>
          </a:xfrm>
          <a:prstGeom prst="rect">
            <a:avLst/>
          </a:prstGeom>
          <a:solidFill>
            <a:srgbClr val="132040"/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2560320" cy="658368"/>
          </a:xfrm>
          <a:prstGeom prst="rect">
            <a:avLst/>
          </a:prstGeom>
          <a:solidFill>
            <a:srgbClr val="0B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Low-level programming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experience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724912"/>
            <a:ext cx="2560320" cy="658368"/>
          </a:xfrm>
          <a:prstGeom prst="rect">
            <a:avLst/>
          </a:prstGeom>
          <a:solidFill>
            <a:srgbClr val="0B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27706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Debugging &amp;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modular design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529584"/>
            <a:ext cx="2560320" cy="658368"/>
          </a:xfrm>
          <a:prstGeom prst="rect">
            <a:avLst/>
          </a:prstGeom>
          <a:solidFill>
            <a:srgbClr val="0B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357530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Encryption &amp;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authentication internals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4334256"/>
            <a:ext cx="2560320" cy="658368"/>
          </a:xfrm>
          <a:prstGeom prst="rect">
            <a:avLst/>
          </a:prstGeom>
          <a:solidFill>
            <a:srgbClr val="0B2040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437997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COAL theory →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practical application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526280"/>
            <a:ext cx="566928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544568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Thank You  |  Questions Welcome!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Microsoft Office PowerPoint</Application>
  <PresentationFormat>On-screen Show (16:9)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SecureVault - Password Manager</dc:title>
  <dc:subject>PptxGenJS Presentation</dc:subject>
  <dc:creator>PptxGenJS</dc:creator>
  <cp:lastModifiedBy>Muhammad Haseeb Sajid</cp:lastModifiedBy>
  <cp:revision>2</cp:revision>
  <dcterms:created xsi:type="dcterms:W3CDTF">2026-06-07T11:42:06Z</dcterms:created>
  <dcterms:modified xsi:type="dcterms:W3CDTF">2026-07-08T18:22:46Z</dcterms:modified>
</cp:coreProperties>
</file>