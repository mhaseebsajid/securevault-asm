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457200"/>
            <a:ext cx="2011680" cy="2011680"/>
          </a:xfrm>
          <a:prstGeom prst="ellipse">
            <a:avLst/>
          </a:prstGeom>
          <a:solidFill>
            <a:srgbClr val="132040"/>
          </a:solidFill>
          <a:ln w="25400">
            <a:solidFill>
              <a:srgbClr val="00B4D8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594360"/>
            <a:ext cx="1737360" cy="1737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0" y="54864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SecureVault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2743200" y="137160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Manager in x86 Assembly Language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743200" y="2011680"/>
            <a:ext cx="5943600" cy="36576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5760" y="2560320"/>
            <a:ext cx="2651760" cy="77724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26060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Subject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28803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COAL Lab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291840" y="2560320"/>
            <a:ext cx="2651760" cy="77724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383280" y="26060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Semester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383280" y="28803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IV  |  Fall 2024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2560320"/>
            <a:ext cx="2651760" cy="77724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09360" y="26060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Institute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309360" y="28803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NASTP – IIT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65760" y="3520440"/>
            <a:ext cx="8412480" cy="132588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358444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Submitted By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9319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Haseeb Sajid (F2024CY018) 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Murtajiz Hussain Naqvi (F2024CY042) 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Ayesha Khan (F2024CY039)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48640" y="4892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</a:rPr>
              <a:t>Submitted To: Ma'am Sibgha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64008" cy="50703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Objective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74320" y="77724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implement a secure Password Manager using x86 Assembly Language with the Irvine32 library, demonstrating low-level programming in real-world application development.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691640"/>
            <a:ext cx="4114800" cy="82296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7647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</a:rPr>
              <a:t>🔐  Store Passwords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84048" y="20756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D"/>
                </a:solidFill>
              </a:rPr>
              <a:t>Securely store website credentials in memory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697480"/>
            <a:ext cx="4114800" cy="82296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277063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</a:rPr>
              <a:t>🔍  Search Credentials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84048" y="30815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D"/>
                </a:solidFill>
              </a:rPr>
              <a:t>Search saved passwords by website name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3703320"/>
            <a:ext cx="4114800" cy="82296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377647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</a:rPr>
              <a:t>🔒  Encrypt &amp; Decrypt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4048" y="408736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D"/>
                </a:solidFill>
              </a:rPr>
              <a:t>Encrypt/decrypt text using XOR &amp; Caesar cipher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1691640"/>
            <a:ext cx="4114800" cy="82296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64608" y="17647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</a:rPr>
              <a:t>⚡  Generate Passwords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64608" y="20756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D"/>
                </a:solidFill>
              </a:rPr>
              <a:t>Generate strong random passwords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2697480"/>
            <a:ext cx="4114800" cy="82296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277063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</a:rPr>
              <a:t>🛡️  Master PIN Auth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64608" y="30815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D"/>
                </a:solidFill>
              </a:rPr>
              <a:t>Restrict access with PIN-based authentication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64008" cy="50703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B4D8"/>
                </a:solidFill>
              </a:rPr>
              <a:t>🛠️  Tools &amp; Technologies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412480" cy="91440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22960"/>
            <a:ext cx="1645920" cy="91440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98755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MASM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2588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F4FD"/>
                </a:solidFill>
              </a:rPr>
              <a:t>Microsoft Macro Assembler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011680" y="1051560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</a:rPr>
              <a:t>Main assembler used to compile x86 Assembly code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874520"/>
            <a:ext cx="8412480" cy="91440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1874520"/>
            <a:ext cx="1645920" cy="91440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203911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Irvine32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0040" y="237744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F4FD"/>
                </a:solidFill>
              </a:rPr>
              <a:t>Library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011680" y="2103120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</a:rPr>
              <a:t>Provides I/O procedures like ReadString, WriteString, ReadChar for user interaction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2926080"/>
            <a:ext cx="8412480" cy="91440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2926080"/>
            <a:ext cx="1645920" cy="91440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309067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x86 ASM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20040" y="34290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F4FD"/>
                </a:solidFill>
              </a:rPr>
              <a:t>Assembly Language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11680" y="3154680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</a:rPr>
              <a:t>Low-level language communicating directly with processor for fast execution &amp; hardware control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4320" y="3977640"/>
            <a:ext cx="8412480" cy="91440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" y="3977640"/>
            <a:ext cx="1645920" cy="91440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414223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Visual Studio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0040" y="44805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F4FD"/>
                </a:solidFill>
              </a:rPr>
              <a:t>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11680" y="4206240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</a:rPr>
              <a:t>Development environment used for coding, building, and debugging the project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64008" cy="50703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B4D8"/>
                </a:solidFill>
              </a:rPr>
              <a:t>🔐  Encryption Techniques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4206240"/>
          </a:xfrm>
          <a:prstGeom prst="rect">
            <a:avLst/>
          </a:prstGeom>
          <a:solidFill>
            <a:srgbClr val="132040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77240"/>
            <a:ext cx="4114800" cy="4572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80467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XOR Encryption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132588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</a:rPr>
              <a:t>Type: </a:t>
            </a:r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</a:rPr>
              <a:t>Symmetric Encryption
</a:t>
            </a:r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</a:rPr>
              <a:t>Key: </a:t>
            </a:r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</a:rPr>
              <a:t>0xABh
</a:t>
            </a:r>
            <a:pPr indent="0" marL="0">
              <a:buNone/>
            </a:pPr>
            <a:r>
              <a:rPr lang="en-US" sz="1200" b="1" dirty="0">
                <a:solidFill>
                  <a:srgbClr val="06D6A0"/>
                </a:solidFill>
              </a:rPr>
              <a:t>Formula:
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Encrypted = Char  XOR  Key
</a:t>
            </a:r>
            <a:pPr indent="0" marL="0">
              <a:buNone/>
            </a:pPr>
            <a:r>
              <a:rPr lang="en-US" sz="1200" b="1" dirty="0">
                <a:solidFill>
                  <a:srgbClr val="06D6A0"/>
                </a:solidFill>
              </a:rPr>
              <a:t>Advantages:
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7889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</a:rPr>
              <a:t>✔  Fast execution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31363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</a:rPr>
              <a:t>✔  Easy in Assembly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3483864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</a:rPr>
              <a:t>✔  Reversible with same operation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777240"/>
            <a:ext cx="4114800" cy="4206240"/>
          </a:xfrm>
          <a:prstGeom prst="rect">
            <a:avLst/>
          </a:prstGeom>
          <a:solidFill>
            <a:srgbClr val="132040"/>
          </a:solidFill>
          <a:ln w="25400">
            <a:solidFill>
              <a:srgbClr val="F7258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777240"/>
            <a:ext cx="4114800" cy="4572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80467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Caesar Cipher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46320" y="132588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72585"/>
                </a:solidFill>
              </a:rPr>
              <a:t>Type: </a:t>
            </a:r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</a:rPr>
              <a:t>Substitution Cipher
</a:t>
            </a:r>
            <a:pPr indent="0" marL="0">
              <a:buNone/>
            </a:pPr>
            <a:r>
              <a:rPr lang="en-US" sz="1200" b="1" dirty="0">
                <a:solidFill>
                  <a:srgbClr val="F72585"/>
                </a:solidFill>
              </a:rPr>
              <a:t>Shift Value: </a:t>
            </a:r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</a:rPr>
              <a:t>3
</a:t>
            </a:r>
            <a:pPr indent="0" marL="0">
              <a:buNone/>
            </a:pPr>
            <a:r>
              <a:rPr lang="en-US" sz="1200" b="1" dirty="0">
                <a:solidFill>
                  <a:srgbClr val="06D6A0"/>
                </a:solidFill>
              </a:rPr>
              <a:t>Encrypt: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Char + 3
</a:t>
            </a:r>
            <a:pPr indent="0" marL="0">
              <a:buNone/>
            </a:pPr>
            <a:r>
              <a:rPr lang="en-US" sz="1200" b="1" dirty="0">
                <a:solidFill>
                  <a:srgbClr val="06D6A0"/>
                </a:solidFill>
              </a:rPr>
              <a:t>Decrypt: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Char - 3
</a:t>
            </a:r>
            <a:pPr indent="0" marL="0">
              <a:buNone/>
            </a:pPr>
            <a:r>
              <a:rPr lang="en-US" sz="1200" b="1" dirty="0">
                <a:solidFill>
                  <a:srgbClr val="F72585"/>
                </a:solidFill>
              </a:rPr>
              <a:t>Example:
</a:t>
            </a:r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</a:rPr>
              <a:t>A → D    B → E    Z → C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00600" y="3566160"/>
            <a:ext cx="3977640" cy="1280160"/>
          </a:xfrm>
          <a:prstGeom prst="rect">
            <a:avLst/>
          </a:prstGeom>
          <a:solidFill>
            <a:srgbClr val="1A0A2E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36118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72585"/>
                </a:solidFill>
              </a:rPr>
              <a:t>Double Encryption Used in Project: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37760" y="3913632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D"/>
                </a:solidFill>
              </a:rPr>
              <a:t>Password → XOR Encrypt → Caesar Encrypt → Stored in Memory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64008" cy="50703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4D8"/>
                </a:solidFill>
              </a:rPr>
              <a:t>⚙️  Program Structure &amp; Key Concepts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114800" cy="192024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22960"/>
            <a:ext cx="4114800" cy="384048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87782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Procedures (Modular Design)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280160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▸  AddPassword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11480" y="1490472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▸  ViewPasswords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1700784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▸  SearchPassword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1911096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▸  EncryptMenu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11480" y="2121408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▸  GeneratePassword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11480" y="2331720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▸  XorCrypt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2542032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▸  CaesarEncrypt / CaesarDecrypt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54880" y="822960"/>
            <a:ext cx="4114800" cy="192024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822960"/>
            <a:ext cx="4114800" cy="384048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87782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Arrays &amp; Memory Handling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92040" y="1280160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▸  websites[ ] array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92040" y="1490472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▸  usernames[ ] array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92040" y="1700784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▸  passwords[ ] array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92040" y="1911096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▸  Fixed FIELD_LEN per entry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92040" y="2121408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▸  Direct memory addressing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4320" y="2926080"/>
            <a:ext cx="4114800" cy="192024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" y="2926080"/>
            <a:ext cx="4114800" cy="384048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29809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Stack Operations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11480" y="3383280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▸  PUSH / POP for registers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11480" y="3593592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▸  PUSHA / POPA in procedures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11480" y="3803904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▸  Preserves register state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11480" y="4014216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▸  Enables modular procedure calls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754880" y="2926080"/>
            <a:ext cx="4114800" cy="192024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54880" y="2926080"/>
            <a:ext cx="4114800" cy="384048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29809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Checksum Validation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92040" y="3383280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▸  Adds ASCII values of chars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92040" y="3593592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▸  Detects data corruption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892040" y="3803904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▸  Ensures data integrity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892040" y="4014216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▸  Computed per password entry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64008" cy="50703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B4D8"/>
                </a:solidFill>
              </a:rPr>
              <a:t>📋  System Features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114800" cy="118872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22960"/>
            <a:ext cx="640080" cy="118872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207008"/>
            <a:ext cx="548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24128" y="91440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</a:rPr>
              <a:t>Master PIN Authentication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24128" y="126187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Hidden PIN input (*), attempt counter, vault lockout after multiple failures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54880" y="822960"/>
            <a:ext cx="4114800" cy="118872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822960"/>
            <a:ext cx="640080" cy="118872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207008"/>
            <a:ext cx="548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504688" y="91440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</a:rPr>
              <a:t>Add Password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504688" y="126187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Enter website, username &amp; password — auto XOR+Caesar encrypted then stored in arrays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240280"/>
            <a:ext cx="4114800" cy="118872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2240280"/>
            <a:ext cx="640080" cy="118872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2624328"/>
            <a:ext cx="548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24128" y="233172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</a:rPr>
              <a:t>View All Passwords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24128" y="267919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Retrieve passwords from array, temporarily decrypt, and display all credentials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54880" y="2240280"/>
            <a:ext cx="4114800" cy="118872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54880" y="2240280"/>
            <a:ext cx="640080" cy="118872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2624328"/>
            <a:ext cx="548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504688" y="233172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</a:rPr>
              <a:t>Search by Website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504688" y="267919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String comparison using StrCompare, displays matching credentials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74320" y="3657600"/>
            <a:ext cx="4114800" cy="118872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" y="3657600"/>
            <a:ext cx="640080" cy="118872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4041648"/>
            <a:ext cx="548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024128" y="374904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</a:rPr>
              <a:t>Encrypt / Decrypt Text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24128" y="409651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Manual encrypt or decrypt any text using XOR or Caesar cipher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754880" y="3657600"/>
            <a:ext cx="4114800" cy="118872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54880" y="3657600"/>
            <a:ext cx="640080" cy="118872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4041648"/>
            <a:ext cx="548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504688" y="374904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</a:rPr>
              <a:t>Strong Password Generator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504688" y="409651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Random password using uppercase, lowercase, digits, symbols via Randomize &amp; RandomRange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64008" cy="50703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4D8"/>
                </a:solidFill>
              </a:rPr>
              <a:t>💻  Screenshot: Main Menu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777240"/>
            <a:ext cx="5486400" cy="2651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943600" y="777240"/>
            <a:ext cx="2926080" cy="265176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35040" y="8412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</a:rPr>
              <a:t>Main Menu Options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080760" y="12344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D"/>
                </a:solidFill>
              </a:rPr>
              <a:t>1. Add New Password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80760" y="1563624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D"/>
                </a:solidFill>
              </a:rPr>
              <a:t>2. View All Passwords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080760" y="189280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D"/>
                </a:solidFill>
              </a:rPr>
              <a:t>3. Search by Website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080760" y="222199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D"/>
                </a:solidFill>
              </a:rPr>
              <a:t>4. Encrypt / Decrypt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080760" y="2551176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D"/>
                </a:solidFill>
              </a:rPr>
              <a:t>5. Generate Password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080760" y="28803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D"/>
                </a:solidFill>
              </a:rPr>
              <a:t>6. Exit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74320" y="352044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</a:rPr>
              <a:t>PIN Authentication Screen</a:t>
            </a:r>
            <a:endParaRPr lang="en-US" sz="12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3822192"/>
            <a:ext cx="5486400" cy="10058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943600" y="3520440"/>
            <a:ext cx="2926080" cy="1463040"/>
          </a:xfrm>
          <a:prstGeom prst="rect">
            <a:avLst/>
          </a:prstGeom>
          <a:solidFill>
            <a:srgbClr val="13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035040" y="3611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PIN Features: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6080760" y="3950208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✔  Hidden input (***)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6080760" y="4242816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✔  Attempt counter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6080760" y="453542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✔  Vault locks on failure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64008" cy="50703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4D8"/>
                </a:solidFill>
              </a:rPr>
              <a:t>💻  Screenshot: Add &amp; View Passwords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4320" y="777240"/>
            <a:ext cx="8503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D6A0"/>
                </a:solidFill>
              </a:rPr>
              <a:t>Add Password — Output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078992"/>
            <a:ext cx="8412480" cy="1828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294436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User enters website, username, and password — stored with hidden input. Confirmation shown on save.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74320" y="3337560"/>
            <a:ext cx="8503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</a:rPr>
              <a:t>View All Passwords — Output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3639312"/>
            <a:ext cx="8412480" cy="12344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64008" cy="50703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4D8"/>
                </a:solidFill>
              </a:rPr>
              <a:t>💻  Screenshot: Search &amp; Encryption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4320" y="77724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D6A0"/>
                </a:solidFill>
              </a:rPr>
              <a:t>Search Feature — Output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078992"/>
            <a:ext cx="4114800" cy="1005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21031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</a:rPr>
              <a:t>String comparison via StrCompare — shows matching website credentials.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754880" y="77724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2585"/>
                </a:solidFill>
              </a:rPr>
              <a:t>Encryption — Output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078992"/>
            <a:ext cx="4114800" cy="19202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74320" y="260604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2585"/>
                </a:solidFill>
              </a:rPr>
              <a:t>Decryption — Output</a:t>
            </a:r>
            <a:endParaRPr lang="en-US" sz="13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74320" y="2907792"/>
            <a:ext cx="4114800" cy="19202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754880" y="306324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D6A0"/>
                </a:solidFill>
              </a:rPr>
              <a:t>Password Generator — Output</a:t>
            </a:r>
            <a:endParaRPr lang="en-US" sz="13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54880" y="3364992"/>
            <a:ext cx="4114800" cy="1463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64008" cy="50703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B4D8"/>
                </a:solidFill>
              </a:rPr>
              <a:t>✅  Conclusion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74320" y="77724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4FD"/>
                </a:solidFill>
              </a:rPr>
              <a:t>SecureVault successfully demonstrates the practical implementation of Assembly Language concepts through a real-world cybersecurity application.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150876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</a:rPr>
              <a:t>COAL Concepts Covered: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90195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</a:rPr>
              <a:t>✔  Character I/O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0" y="190195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</a:rPr>
              <a:t>✔  Arrays &amp; Strings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</a:rPr>
              <a:t>✔  Procedures &amp; Modular Design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</a:rPr>
              <a:t>✔  Loops &amp; Conditional Execution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26700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</a:rPr>
              <a:t>✔  Stack Operations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26700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</a:rPr>
              <a:t>✔  XOR &amp; Caesar Encryption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3054096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</a:rPr>
              <a:t>✔  Memory Management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3054096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</a:rPr>
              <a:t>✔  PIN-Based Authentication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1417320"/>
            <a:ext cx="2743200" cy="3474720"/>
          </a:xfrm>
          <a:prstGeom prst="rect">
            <a:avLst/>
          </a:prstGeom>
          <a:solidFill>
            <a:srgbClr val="132040"/>
          </a:solidFill>
          <a:ln w="25400">
            <a:solidFill>
              <a:srgbClr val="06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15087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D6A0"/>
                </a:solidFill>
              </a:rPr>
              <a:t>Key Takeaways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1920240"/>
            <a:ext cx="2560320" cy="658368"/>
          </a:xfrm>
          <a:prstGeom prst="rect">
            <a:avLst/>
          </a:prstGeom>
          <a:solidFill>
            <a:srgbClr val="0B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63640" y="19659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Low-level programming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experience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2724912"/>
            <a:ext cx="2560320" cy="658368"/>
          </a:xfrm>
          <a:prstGeom prst="rect">
            <a:avLst/>
          </a:prstGeom>
          <a:solidFill>
            <a:srgbClr val="0B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2770632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Debugging &amp;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modular design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17920" y="3529584"/>
            <a:ext cx="2560320" cy="658368"/>
          </a:xfrm>
          <a:prstGeom prst="rect">
            <a:avLst/>
          </a:prstGeom>
          <a:solidFill>
            <a:srgbClr val="0B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3575304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Encryption &amp;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authentication internals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17920" y="4334256"/>
            <a:ext cx="2560320" cy="658368"/>
          </a:xfrm>
          <a:prstGeom prst="rect">
            <a:avLst/>
          </a:prstGeom>
          <a:solidFill>
            <a:srgbClr val="0B2040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63640" y="4379976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COAL theory →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D"/>
                </a:solidFill>
              </a:rPr>
              <a:t>practical application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74320" y="4526280"/>
            <a:ext cx="5669280" cy="45720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4544568"/>
            <a:ext cx="5669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Thank You  |  Questions Welcome!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SecureVault - Password Manager</dc:title>
  <dc:subject>PptxGenJS Presentation</dc:subject>
  <dc:creator>PptxGenJS</dc:creator>
  <cp:lastModifiedBy>PptxGenJS</cp:lastModifiedBy>
  <cp:revision>1</cp:revision>
  <dcterms:created xsi:type="dcterms:W3CDTF">2026-06-07T11:42:06Z</dcterms:created>
  <dcterms:modified xsi:type="dcterms:W3CDTF">2026-06-07T11:42:06Z</dcterms:modified>
</cp:coreProperties>
</file>